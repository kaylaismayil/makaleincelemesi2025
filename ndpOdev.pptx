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96937E-90A3-52B0-6C4C-1B2A6CD09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206CEBC-59FB-B995-32FD-BE6E3797A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251D54-F176-1611-3081-0B4C9B5D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B662D6C-F64F-0008-B548-4E92BC31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1D2393E-A704-308B-2AC6-31219BFF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771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4002A8-5D95-D973-9332-E67BCD0D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78B946-BD4D-B483-9865-1AB43C943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DA07A4B-DD55-BD19-278E-2B3D2929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2B0F7D4-ADC5-A880-2682-F140F7D3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B763097-D8C5-D156-14A7-144C4098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3958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72222E-2213-5204-85BC-4E5745642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722A804-C8CA-8A1B-686C-5EF1F6DAF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FC42139-AC17-4D33-7A54-5D9B8C875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C9B8C8-A39B-0D12-4093-F722D82A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592BB01-0819-BA76-094F-865ED3D5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3191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E08D5D-67B3-48E5-AE8A-A459CACC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5FC35FF-2C1E-A2DE-90B3-DB6B285EA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0CA1B60-BDCA-81AB-8310-1153E4900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57B7A9D-48A7-D847-C145-7C1D82602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35F50F6-5B87-5E63-C4F2-546F51DFF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29C36FB-EEFB-11A7-187B-F1D84D6F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54300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085A19-1280-54F9-11C4-9C8F2533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5F0A601-C35A-663C-3601-F6402370D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19C60FB-8FFE-1214-2081-10671ADFC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EB179A9D-9577-EFC1-7D42-706120465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FBBBE74-A89A-85D5-907A-5589A3314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D281400-0892-19FE-5E5F-185CDF81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943B09A-8395-2FE2-12AE-E8C46379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17EA510-8F0A-7A81-D346-E521A75D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42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67CD5B-124F-37DF-E939-E3F591396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BD74A7E4-365A-557C-71F2-F7093E71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B3D40DA-A1CE-8F41-A73E-E5B7A3DF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C62BC339-74D0-BC08-2E05-F615F0BE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375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3F5BAB0-D99D-A092-54FE-9E725320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842813F-BE1B-F6C1-4328-E39AA36DB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C874FD1-A57A-4E41-83DF-3359F43C3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9083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FD6DF7A-E1D0-1262-EAB2-DAC54AABE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C646F54-4609-6092-ECA0-77015E915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A08DCDE-3EDC-DC4C-C232-52CF005DB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9253242-16C4-C7B4-CDF9-19AFE285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B767570-F88E-4630-FBA8-72C98C1D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52CA9D1-F3D4-CE21-89E8-F6D11CBE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5481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CD6A7B-9246-5AA1-5DF4-D9540A8D6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7604C4F-58CA-E0F3-9656-46401F730D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6156FCC-D3BA-3156-79C3-1FFDE77D9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C32D47C-2B5B-32D8-98D5-C0F63270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7C9CD0A-1047-2F57-56EF-4A33E66F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2D0EA3A-B24C-8ACD-1E38-AF3F8523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774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E1AC83-6F0C-22E1-8DB8-6FA7A90D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AD6C495-A9CD-0CF9-C2DF-67C8E5B41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338E183-922E-5056-8A0A-FDC64EF7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815F66C-45CA-52D2-E83A-FF9EFDBF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5A829B8-877B-FD08-3200-F5089A20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873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86CBEE9-F490-F83A-A52A-1D445BE1F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F39189A-E439-D782-E8B1-1493B25A3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FAF0B8-4021-8321-8310-4859A4D5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9A9DC6B-71B5-5859-BE75-2C5E1E00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F9AE3E2-65E2-784D-F22D-DFE602F4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933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190059F-535E-2948-51EF-67376FB2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78911E3-1FF7-EB7A-17C8-6D7C6305F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07E6D9-25E3-F78B-0BC4-3A80CCA68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22174-72E9-4CA3-81A2-E0EFD1927849}" type="datetimeFigureOut">
              <a:rPr lang="tr-TR" smtClean="0"/>
              <a:t>21.11.2025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BF11344-64C1-7B71-9865-AEBDC14C5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F6E83CC-7578-A723-630A-8407A2BAB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3437-4F33-4044-A8A3-F44C651F818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653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06D46E-B84D-FD44-1C17-B4C8B94BF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F40E813-B0F1-5588-DFA9-4BD53D9BC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4300573-085F-252C-A595-AF6D1B512988}"/>
              </a:ext>
            </a:extLst>
          </p:cNvPr>
          <p:cNvSpPr txBox="1"/>
          <p:nvPr/>
        </p:nvSpPr>
        <p:spPr>
          <a:xfrm>
            <a:off x="3048000" y="3235379"/>
            <a:ext cx="6096000" cy="81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dirty="0" err="1"/>
              <a:t>Nesneeye</a:t>
            </a:r>
            <a:r>
              <a:rPr lang="tr-TR" dirty="0"/>
              <a:t> dayalı programlama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tr-T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Nesneeye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dayalı programlama</a:t>
            </a:r>
          </a:p>
        </p:txBody>
      </p:sp>
    </p:spTree>
    <p:extLst>
      <p:ext uri="{BB962C8B-B14F-4D97-AF65-F5344CB8AC3E}">
        <p14:creationId xmlns:p14="http://schemas.microsoft.com/office/powerpoint/2010/main" val="386354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A59D-33A8-E344-5125-CB99AAF7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727C7D-FAE2-4918-E783-703818F800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7F0E806-7B2B-0A16-2050-0D4294C106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EAA6059-0D2B-7406-8822-CA21E0F4335F}"/>
              </a:ext>
            </a:extLst>
          </p:cNvPr>
          <p:cNvSpPr txBox="1"/>
          <p:nvPr/>
        </p:nvSpPr>
        <p:spPr>
          <a:xfrm>
            <a:off x="3048000" y="3235379"/>
            <a:ext cx="6096000" cy="81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dirty="0" err="1"/>
              <a:t>Nesneeye</a:t>
            </a:r>
            <a:r>
              <a:rPr lang="tr-TR" dirty="0"/>
              <a:t> dayalı programlama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tr-T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Nesneeye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dayalı programlama</a:t>
            </a:r>
          </a:p>
        </p:txBody>
      </p:sp>
    </p:spTree>
    <p:extLst>
      <p:ext uri="{BB962C8B-B14F-4D97-AF65-F5344CB8AC3E}">
        <p14:creationId xmlns:p14="http://schemas.microsoft.com/office/powerpoint/2010/main" val="3126662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E54AE-2719-6E43-5A4B-45331E77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F36E9A-CCEB-99E7-3C31-ADDFD91E9D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2C20BD2-33F1-7668-F0EF-9D63347F90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3E17769F-1391-91C5-6EE2-ACC54231806C}"/>
              </a:ext>
            </a:extLst>
          </p:cNvPr>
          <p:cNvSpPr txBox="1"/>
          <p:nvPr/>
        </p:nvSpPr>
        <p:spPr>
          <a:xfrm>
            <a:off x="3048000" y="3235379"/>
            <a:ext cx="6096000" cy="81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dirty="0" err="1"/>
              <a:t>Nesneeye</a:t>
            </a:r>
            <a:r>
              <a:rPr lang="tr-TR" dirty="0"/>
              <a:t> dayalı programlama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tr-T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Nesneeye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dayalı programlama</a:t>
            </a:r>
          </a:p>
        </p:txBody>
      </p:sp>
    </p:spTree>
    <p:extLst>
      <p:ext uri="{BB962C8B-B14F-4D97-AF65-F5344CB8AC3E}">
        <p14:creationId xmlns:p14="http://schemas.microsoft.com/office/powerpoint/2010/main" val="74647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D77A-E8CD-1CB8-F303-C7AEBAE9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A2C403-927B-555B-3A28-8D11BA2B5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8EF6CE4-BAD6-D14B-3748-21BD35F767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55234F6-79D6-CB1E-CFBB-4BDE404D1692}"/>
              </a:ext>
            </a:extLst>
          </p:cNvPr>
          <p:cNvSpPr txBox="1"/>
          <p:nvPr/>
        </p:nvSpPr>
        <p:spPr>
          <a:xfrm>
            <a:off x="3048000" y="3235379"/>
            <a:ext cx="6096000" cy="81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dirty="0" err="1"/>
              <a:t>Nesneeye</a:t>
            </a:r>
            <a:r>
              <a:rPr lang="tr-TR" dirty="0"/>
              <a:t> dayalı programlama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tr-T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Nesneeye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dayalı programlama</a:t>
            </a:r>
          </a:p>
        </p:txBody>
      </p:sp>
    </p:spTree>
    <p:extLst>
      <p:ext uri="{BB962C8B-B14F-4D97-AF65-F5344CB8AC3E}">
        <p14:creationId xmlns:p14="http://schemas.microsoft.com/office/powerpoint/2010/main" val="39127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84039-AC6E-C0DA-D21C-48BF8555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6048E9-06A4-90B9-2381-5C4E835083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45EF107-F12F-CC8C-E61D-ECEF0EBD99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8AAC9F4-2E8A-C58D-DB49-8C18D560F638}"/>
              </a:ext>
            </a:extLst>
          </p:cNvPr>
          <p:cNvSpPr txBox="1"/>
          <p:nvPr/>
        </p:nvSpPr>
        <p:spPr>
          <a:xfrm>
            <a:off x="3048000" y="3235379"/>
            <a:ext cx="6096000" cy="81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tr-TR" dirty="0" err="1"/>
              <a:t>Nesneeye</a:t>
            </a:r>
            <a:r>
              <a:rPr lang="tr-TR" dirty="0"/>
              <a:t> dayalı programlama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tr-T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Nesneeye</a:t>
            </a:r>
            <a:r>
              <a:rPr lang="tr-T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dayalı programlama</a:t>
            </a:r>
          </a:p>
        </p:txBody>
      </p:sp>
    </p:spTree>
    <p:extLst>
      <p:ext uri="{BB962C8B-B14F-4D97-AF65-F5344CB8AC3E}">
        <p14:creationId xmlns:p14="http://schemas.microsoft.com/office/powerpoint/2010/main" val="447393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Geniş ekran</PresentationFormat>
  <Paragraphs>10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İsmayilova</dc:creator>
  <cp:lastModifiedBy>Kayla İsmayilova</cp:lastModifiedBy>
  <cp:revision>2</cp:revision>
  <dcterms:created xsi:type="dcterms:W3CDTF">2025-11-20T20:04:15Z</dcterms:created>
  <dcterms:modified xsi:type="dcterms:W3CDTF">2025-11-20T21:14:50Z</dcterms:modified>
</cp:coreProperties>
</file>