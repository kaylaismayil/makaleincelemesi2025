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396937E-90A3-52B0-6C4C-1B2A6CD09A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5206CEBC-59FB-B995-32FD-BE6E3797AC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5251D54-F176-1611-3081-0B4C9B5D0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B662D6C-F64F-0008-B548-4E92BC31E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1D2393E-A704-308B-2AC6-31219BFFD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37716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F4002A8-5D95-D973-9332-E67BCD0DF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278B946-BD4D-B483-9865-1AB43C943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DA07A4B-DD55-BD19-278E-2B3D29299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B0F7D4-ADC5-A880-2682-F140F7D36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B763097-D8C5-D156-14A7-144C40982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13958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772222E-2213-5204-85BC-4E5745642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722A804-C8CA-8A1B-686C-5EF1F6DAF9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FC42139-AC17-4D33-7A54-5D9B8C875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DC9B8C8-A39B-0D12-4093-F722D82AA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592BB01-0819-BA76-094F-865ED3D51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03191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DE08D5D-67B3-48E5-AE8A-A459CACC3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5FC35FF-2C1E-A2DE-90B3-DB6B285EA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C0CA1B60-BDCA-81AB-8310-1153E4900D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57B7A9D-48A7-D847-C145-7C1D82602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A35F50F6-5B87-5E63-C4F2-546F51DFF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29C36FB-EEFB-11A7-187B-F1D84D6FC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54300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C085A19-1280-54F9-11C4-9C8F25335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5F0A601-C35A-663C-3601-F6402370D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019C60FB-8FFE-1214-2081-10671ADFC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EB179A9D-9577-EFC1-7D42-7061204658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CFBBBE74-A89A-85D5-907A-5589A33149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2D281400-0892-19FE-5E5F-185CDF81A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2943B09A-8395-2FE2-12AE-E8C46379A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A17EA510-8F0A-7A81-D346-E521A75DA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4420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F67CD5B-124F-37DF-E939-E3F591396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BD74A7E4-365A-557C-71F2-F7093E715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DB3D40DA-A1CE-8F41-A73E-E5B7A3DF0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C62BC339-74D0-BC08-2E05-F615F0BE7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73757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3F5BAB0-D99D-A092-54FE-9E7253202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1842813F-BE1B-F6C1-4328-E39AA36DB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BC874FD1-A57A-4E41-83DF-3359F43C3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90838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FD6DF7A-E1D0-1262-EAB2-DAC54AABE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C646F54-4609-6092-ECA0-77015E915C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BA08DCDE-3EDC-DC4C-C232-52CF005DB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9253242-16C4-C7B4-CDF9-19AFE2851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2B767570-F88E-4630-FBA8-72C98C1D8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552CA9D1-F3D4-CE21-89E8-F6D11CBEC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4815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FCD6A7B-9246-5AA1-5DF4-D9540A8D6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57604C4F-58CA-E0F3-9656-46401F730D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66156FCC-D3BA-3156-79C3-1FFDE77D9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8C32D47C-2B5B-32D8-98D5-C0F632707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67C9CD0A-1047-2F57-56EF-4A33E66F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2D0EA3A-B24C-8ACD-1E38-AF3F8523D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27749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8E1AC83-6F0C-22E1-8DB8-6FA7A90DC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FAD6C495-A9CD-0CF9-C2DF-67C8E5B412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6338E183-922E-5056-8A0A-FDC64EF71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815F66C-45CA-52D2-E83A-FF9EFDBF7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5A829B8-877B-FD08-3200-F5089A20C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08732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86CBEE9-F490-F83A-A52A-1D445BE1F1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BF39189A-E439-D782-E8B1-1493B25A3C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5FAF0B8-4021-8321-8310-4859A4D5F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9A9DC6B-71B5-5859-BE75-2C5E1E00C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F9AE3E2-65E2-784D-F22D-DFE602F45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3933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3190059F-535E-2948-51EF-67376FB2F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378911E3-1FF7-EB7A-17C8-6D7C6305FC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307E6D9-25E3-F78B-0BC4-3A80CCA686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322174-72E9-4CA3-81A2-E0EFD1927849}" type="datetimeFigureOut">
              <a:rPr lang="tr-TR" smtClean="0"/>
              <a:t>20.11.2025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BF11344-64C1-7B71-9865-AEBDC14C57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F6E83CC-7578-A723-630A-8407A2BAB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6535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C06D46E-B84D-FD44-1C17-B4C8B94BF5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0F40E813-B0F1-5588-DFA9-4BD53D9BCF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A4300573-085F-252C-A595-AF6D1B512988}"/>
              </a:ext>
            </a:extLst>
          </p:cNvPr>
          <p:cNvSpPr txBox="1"/>
          <p:nvPr/>
        </p:nvSpPr>
        <p:spPr>
          <a:xfrm>
            <a:off x="3048000" y="3235379"/>
            <a:ext cx="6096000" cy="813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tr-TR" dirty="0" err="1"/>
              <a:t>Nesneeye</a:t>
            </a:r>
            <a:r>
              <a:rPr lang="tr-TR" dirty="0"/>
              <a:t> dayalı programlama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tr-TR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Nesneeye</a:t>
            </a:r>
            <a:r>
              <a:rPr lang="tr-TR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dayalı programlama</a:t>
            </a:r>
          </a:p>
        </p:txBody>
      </p:sp>
    </p:spTree>
    <p:extLst>
      <p:ext uri="{BB962C8B-B14F-4D97-AF65-F5344CB8AC3E}">
        <p14:creationId xmlns:p14="http://schemas.microsoft.com/office/powerpoint/2010/main" val="3863549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FA59D-33A8-E344-5125-CB99AAF7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4727C7D-FAE2-4918-E783-703818F800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37F0E806-7B2B-0A16-2050-0D4294C106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4EAA6059-0D2B-7406-8822-CA21E0F4335F}"/>
              </a:ext>
            </a:extLst>
          </p:cNvPr>
          <p:cNvSpPr txBox="1"/>
          <p:nvPr/>
        </p:nvSpPr>
        <p:spPr>
          <a:xfrm>
            <a:off x="3048000" y="3235379"/>
            <a:ext cx="6096000" cy="813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tr-TR" dirty="0" err="1"/>
              <a:t>Nesneeye</a:t>
            </a:r>
            <a:r>
              <a:rPr lang="tr-TR" dirty="0"/>
              <a:t> dayalı programlama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tr-TR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Nesneeye</a:t>
            </a:r>
            <a:r>
              <a:rPr lang="tr-TR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dayalı programlama</a:t>
            </a:r>
          </a:p>
        </p:txBody>
      </p:sp>
    </p:spTree>
    <p:extLst>
      <p:ext uri="{BB962C8B-B14F-4D97-AF65-F5344CB8AC3E}">
        <p14:creationId xmlns:p14="http://schemas.microsoft.com/office/powerpoint/2010/main" val="3126662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E54AE-2719-6E43-5A4B-45331E77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5F36E9A-CCEB-99E7-3C31-ADDFD91E9D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E2C20BD2-33F1-7668-F0EF-9D63347F90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3E17769F-1391-91C5-6EE2-ACC54231806C}"/>
              </a:ext>
            </a:extLst>
          </p:cNvPr>
          <p:cNvSpPr txBox="1"/>
          <p:nvPr/>
        </p:nvSpPr>
        <p:spPr>
          <a:xfrm>
            <a:off x="3048000" y="3235379"/>
            <a:ext cx="6096000" cy="813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tr-TR" dirty="0" err="1"/>
              <a:t>Nesneeye</a:t>
            </a:r>
            <a:r>
              <a:rPr lang="tr-TR" dirty="0"/>
              <a:t> dayalı programlama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tr-TR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Nesneeye</a:t>
            </a:r>
            <a:r>
              <a:rPr lang="tr-TR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dayalı programlama</a:t>
            </a:r>
          </a:p>
        </p:txBody>
      </p:sp>
    </p:spTree>
    <p:extLst>
      <p:ext uri="{BB962C8B-B14F-4D97-AF65-F5344CB8AC3E}">
        <p14:creationId xmlns:p14="http://schemas.microsoft.com/office/powerpoint/2010/main" val="746476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BD77A-E8CD-1CB8-F303-C7AEBAE97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FA2C403-927B-555B-3A28-8D11BA2B5E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78EF6CE4-BAD6-D14B-3748-21BD35F767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755234F6-79D6-CB1E-CFBB-4BDE404D1692}"/>
              </a:ext>
            </a:extLst>
          </p:cNvPr>
          <p:cNvSpPr txBox="1"/>
          <p:nvPr/>
        </p:nvSpPr>
        <p:spPr>
          <a:xfrm>
            <a:off x="3048000" y="3235379"/>
            <a:ext cx="6096000" cy="813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tr-TR" dirty="0" err="1"/>
              <a:t>Nesneeye</a:t>
            </a:r>
            <a:r>
              <a:rPr lang="tr-TR" dirty="0"/>
              <a:t> dayalı programlama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tr-TR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Nesneeye</a:t>
            </a:r>
            <a:r>
              <a:rPr lang="tr-TR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dayalı programlama</a:t>
            </a:r>
          </a:p>
        </p:txBody>
      </p:sp>
    </p:spTree>
    <p:extLst>
      <p:ext uri="{BB962C8B-B14F-4D97-AF65-F5344CB8AC3E}">
        <p14:creationId xmlns:p14="http://schemas.microsoft.com/office/powerpoint/2010/main" val="391279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Microsoft Office PowerPoint</Application>
  <PresentationFormat>Geniş ekran</PresentationFormat>
  <Paragraphs>8</Paragraphs>
  <Slides>4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Kayla İsmayilova</dc:creator>
  <cp:lastModifiedBy>Kayla İsmayilova</cp:lastModifiedBy>
  <cp:revision>1</cp:revision>
  <dcterms:created xsi:type="dcterms:W3CDTF">2025-11-20T20:04:15Z</dcterms:created>
  <dcterms:modified xsi:type="dcterms:W3CDTF">2025-11-20T20:04:32Z</dcterms:modified>
</cp:coreProperties>
</file>